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Live AI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0">
                <a:solidFill>
                  <a:srgbClr val="00D4F5"/>
                </a:solidFill>
                <a:latin typeface="Calibri"/>
              </a:defRPr>
            </a:pPr>
            <a:r>
              <a:t>5 Real Business Use Cases in 35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FF6B35"/>
                </a:solidFill>
                <a:latin typeface="Calibri"/>
              </a:defRPr>
            </a:pPr>
            <a:r>
              <a:t>Enriched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CCCCCC"/>
                </a:solidFill>
                <a:latin typeface="Calibri"/>
              </a:defRPr>
            </a:pPr>
            <a:r>
              <a:t>Presented by 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🔧 Setup — What We're Using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303520" cy="256032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00D4F5"/>
                </a:solidFill>
                <a:latin typeface="Calibri"/>
              </a:defRPr>
            </a:pPr>
            <a:r>
              <a:t>🟣 Claude (claude.ai)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Used for 4 of 5 use cases</a:t>
            </a:r>
          </a:p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• Financial Analysis (Excel upload)</a:t>
            </a:r>
          </a:p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• Contract Drafting</a:t>
            </a:r>
          </a:p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• Market Research (web search)</a:t>
            </a:r>
          </a:p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• Pitch Deck (artifacts)</a:t>
            </a:r>
          </a:p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Free tier available • Pro: £16/mo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5760720" cy="256032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44FF44"/>
                </a:solidFill>
                <a:latin typeface="Calibri"/>
              </a:defRPr>
            </a:pPr>
            <a:r>
              <a:t>🟢 ChatGPT (chatgpt.com)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Used for 1 use case</a:t>
            </a:r>
          </a:p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• Brand Identity (GPT Image generation)</a:t>
            </a:r>
          </a:p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Image generation is ChatGPT's strength</a:t>
            </a:r>
          </a:p>
          <a:p>
            <a:pPr algn="l">
              <a:defRPr sz="1600" b="1">
                <a:solidFill>
                  <a:srgbClr val="44FF44"/>
                </a:solidFill>
                <a:latin typeface="Calibri"/>
              </a:defRPr>
            </a:pPr>
            <a:r>
              <a:t>Available on free tier!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206240"/>
            <a:ext cx="11430000" cy="2377440"/>
          </a:xfrm>
          <a:prstGeom prst="rect">
            <a:avLst/>
          </a:prstGeom>
          <a:solidFill>
            <a:srgbClr val="2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F6B35"/>
                </a:solidFill>
                <a:latin typeface="Calibri"/>
              </a:defRPr>
            </a:pPr>
            <a:r>
              <a:t>📋 Today's Use Cases</a:t>
            </a:r>
          </a:p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1. Financial Analysis  |  Upload messy Excel → clean data, ratios, board summary  |  Claude  |  7 min</a:t>
            </a:r>
          </a:p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2. Contract Drafting  |  Brief → full professional services agreement  |  Claude  |  7 min</a:t>
            </a:r>
          </a:p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3. Brand Identity  |  Text → logo, colours, brand guidelines  |  ChatGPT + Claude  |  6 min</a:t>
            </a:r>
          </a:p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4. Market Research  |  From scratch → sourced report with citations  |  Claude (web search)  |  8 min</a:t>
            </a:r>
          </a:p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5. Pitch Deck  |  One paragraph → 12-slide investor deck  |  Claude (artifacts)  |  7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📊 Use Case 1: Financial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GreenPulse Ltd — Messy spreadsheet → Board-ready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1430000" cy="228600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6B35"/>
                </a:solidFill>
                <a:latin typeface="Calibri"/>
              </a:defRPr>
            </a:pPr>
            <a:r>
              <a:t>The Scenario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GreenPulse Ltd — early-stage clean energy startup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12 months of P&amp;L data in a messy Excel file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Mixed currencies (GBP &amp; EUR), inconsistent dates, missing values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Need: clean data, key ratios, trend analysis, board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023360"/>
            <a:ext cx="11430000" cy="2560320"/>
          </a:xfrm>
          <a:prstGeom prst="rect">
            <a:avLst/>
          </a:prstGeom>
          <a:solidFill>
            <a:srgbClr val="2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00D4F5"/>
                </a:solidFill>
                <a:latin typeface="Calibri"/>
              </a:defRPr>
            </a:pPr>
            <a:r>
              <a:t>What We'll Ask AI To Do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1. Clean the data — standardise to GBP, fix formatting, flag missing values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2. Calculate metrics — gross margin, EBITDA, burn rate, revenue growth, runway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3. Identify top 3 trends — what story do these numbers tell?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4. Produce clean summary table — 12 months + annual totals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5. Write 200-word board summary — performance, risks, actions</a:t>
            </a:r>
          </a:p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600" b="1">
                <a:solidFill>
                  <a:srgbClr val="00D4F5"/>
                </a:solidFill>
                <a:latin typeface="Calibri"/>
              </a:defRPr>
            </a:pPr>
            <a:r>
              <a:t>Tool: Claude (claude.ai) — upload Excel file, paste prompt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📊 UC1: The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00D4F5"/>
                </a:solidFill>
                <a:latin typeface="Consolas"/>
              </a:defRPr>
            </a:pPr>
            <a:r>
              <a:t>I've uploaded a 12-month P&amp;L spreadsheet for GreenPulse Ltd, an early-stage</a:t>
            </a:r>
            <a:br/>
            <a:r>
              <a:t>clean energy startup. The data is messy — inconsistent date formats, some values</a:t>
            </a:r>
            <a:br/>
            <a:r>
              <a:t>in GBP and others in EUR (use 1 EUR = 0.86 GBP), missing values.</a:t>
            </a:r>
            <a:br/>
            <a:br/>
            <a:r>
              <a:t>Please:</a:t>
            </a:r>
            <a:br/>
            <a:r>
              <a:t>1. Clean the data: Standardise to GBP, fix formatting, flag missing values</a:t>
            </a:r>
            <a:br/>
            <a:r>
              <a:t>2. Calculate key metrics (monthly + annual): Gross margin %, EBITDA &amp; margin %,</a:t>
            </a:r>
            <a:br/>
            <a:r>
              <a:t>   Monthly burn rate, Revenue growth (MoM), Runway estimate (£420K cash)</a:t>
            </a:r>
            <a:br/>
            <a:r>
              <a:t>3. Identify the 3 most important trends</a:t>
            </a:r>
            <a:br/>
            <a:r>
              <a:t>4. Produce a clean summary table — all 12 months + annual totals</a:t>
            </a:r>
            <a:br/>
            <a:r>
              <a:t>5. Write a 200-word executive summary for a board meeting</a:t>
            </a:r>
            <a:br/>
            <a:br/>
            <a:r>
              <a:t>Format with headers and tables. Be specific with numbers.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📊 UC1: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502920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6B35"/>
                </a:solidFill>
                <a:latin typeface="Calibri"/>
              </a:defRPr>
            </a:pPr>
            <a:r>
              <a:t>What Just Happened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AI cleaned messy data — fixed currencies, dates, gaps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Calculated key financial ratios automatically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Identified trends a human analyst would find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Produced a board-ready executive summary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2200" b="1">
                <a:solidFill>
                  <a:srgbClr val="00D4F5"/>
                </a:solidFill>
                <a:latin typeface="Calibri"/>
              </a:defRPr>
            </a:pPr>
            <a:r>
              <a:t>⏱ Time: ~45 seconds  vs  2-3 hours for a human analyst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2200" b="1">
                <a:solidFill>
                  <a:srgbClr val="FF6B35"/>
                </a:solidFill>
                <a:latin typeface="Calibri"/>
              </a:defRPr>
            </a:pPr>
            <a:r>
              <a:t>💡 The Secret: Specificity</a:t>
            </a:r>
          </a:p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We didn't say 'analyse this spreadsheet' — we specified:</a:t>
            </a:r>
          </a:p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• Exact exchange rate to use  • Which metrics to calculate</a:t>
            </a:r>
          </a:p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• Output format (tables + summary)  • Word count for the summary</a:t>
            </a:r>
          </a:p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800" b="0">
                <a:solidFill>
                  <a:srgbClr val="00D4F5"/>
                </a:solidFill>
                <a:latin typeface="Calibri"/>
              </a:defRPr>
            </a:pPr>
            <a:r>
              <a:t>Then we iterated: visualisation → risk matrix → board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📝 Use Case 2: Contract Drafting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Simple brief → Professional services agreement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1430000" cy="201168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6B35"/>
                </a:solidFill>
                <a:latin typeface="Calibri"/>
              </a:defRPr>
            </a:pPr>
            <a:r>
              <a:t>The Scenario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Meridian Consulting Ltd → NovaTech Solutions Ltd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6-month digital transformation advisory engagement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Fee: £75,000 + VAT, monthly instalments of £12,500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Need: full 12-section contract, ready for solicitor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749039"/>
            <a:ext cx="11430000" cy="2834640"/>
          </a:xfrm>
          <a:prstGeom prst="rect">
            <a:avLst/>
          </a:prstGeom>
          <a:solidFill>
            <a:srgbClr val="2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00D4F5"/>
                </a:solidFill>
                <a:latin typeface="Calibri"/>
              </a:defRPr>
            </a:pPr>
            <a:r>
              <a:t>The Iteration Chain</a:t>
            </a:r>
          </a:p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1️⃣  Full contract from brief → 12 sections, formal legal English</a:t>
            </a:r>
          </a:p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2️⃣  Refine IP clause → pre-existing IP, deliverable IP, licence-back</a:t>
            </a:r>
          </a:p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3️⃣  Rewrite termination → provider-favourable, kill fee, immediate termination for non-payment</a:t>
            </a:r>
          </a:p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4️⃣  Simplify language → plain English, keep enforceability</a:t>
            </a:r>
          </a:p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600" b="1">
                <a:solidFill>
                  <a:srgbClr val="00D4F5"/>
                </a:solidFill>
                <a:latin typeface="Calibri"/>
              </a:defRPr>
            </a:pPr>
            <a:r>
              <a:t>Tool: Claude — strongest at long-form structured writing &amp; legal language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📝 UC2: The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00D4F5"/>
                </a:solidFill>
                <a:latin typeface="Consolas"/>
              </a:defRPr>
            </a:pPr>
            <a:r>
              <a:t>Draft a Professional Services Agreement:</a:t>
            </a:r>
            <a:br/>
            <a:br/>
            <a:r>
              <a:t>Provider: Meridian Consulting Ltd, 45 King Street, London EC2V 8QA</a:t>
            </a:r>
            <a:br/>
            <a:r>
              <a:t>Client: NovaTech Solutions Ltd, 12 Innovation Park, Manchester M1 3BB</a:t>
            </a:r>
            <a:br/>
            <a:r>
              <a:t>Scope: Digital transformation advisory — current-state assessment,</a:t>
            </a:r>
            <a:br/>
            <a:r>
              <a:t>  technology roadmap, vendor selection, implementation oversight</a:t>
            </a:r>
            <a:br/>
            <a:r>
              <a:t>Duration: 6 months from 1 April 2026, extendable by mutual agreement</a:t>
            </a:r>
            <a:br/>
            <a:r>
              <a:t>Fee: £75,000 total, 6 × £12,500+VAT monthly, 14-day payment terms</a:t>
            </a:r>
            <a:br/>
            <a:r>
              <a:t>Key Personnel: Lead Consultant (10+ yrs) + Senior Analyst, no substitution</a:t>
            </a:r>
            <a:br/>
            <a:r>
              <a:t>Special: Remote-first + monthly Manchester visits. System access within 5 days.</a:t>
            </a:r>
            <a:br/>
            <a:br/>
            <a:r>
              <a:t>Include sections: Definitions, Scope, Duration, Fees &amp; Payment, Key Personnel,</a:t>
            </a:r>
            <a:br/>
            <a:r>
              <a:t>Client Obligations, Confidentiality, IP, Limitation of Liability, Termination,</a:t>
            </a:r>
            <a:br/>
            <a:r>
              <a:t>Dispute Resolution, General Provisions (notices, force majeure, governing law).</a:t>
            </a:r>
            <a:br/>
            <a:br/>
            <a:r>
              <a:t>Use formal legal English. Comprehensive but not verbose.</a:t>
            </a:r>
            <a:br/>
            <a:r>
              <a:t>Ready for solicitor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📝 UC2: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502920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6B35"/>
                </a:solidFill>
                <a:latin typeface="Calibri"/>
              </a:defRPr>
            </a:pPr>
            <a:r>
              <a:t>What Just Happened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Full 12-section contract from a one-paragraph brief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Proper defined terms, cross-references, boilerplate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Refined specific clauses through iteration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Shifted contract balance with a single prompt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2200" b="1">
                <a:solidFill>
                  <a:srgbClr val="00D4F5"/>
                </a:solidFill>
                <a:latin typeface="Calibri"/>
              </a:defRPr>
            </a:pPr>
            <a:r>
              <a:t>⏱ Time: ~4 minutes  vs  days of back-and-forth with a lawyer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2200" b="1">
                <a:solidFill>
                  <a:srgbClr val="FF6B35"/>
                </a:solidFill>
                <a:latin typeface="Calibri"/>
              </a:defRPr>
            </a:pPr>
            <a:r>
              <a:t>⚠️ Important Caveat</a:t>
            </a:r>
          </a:p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AI doesn't replace your lawyer — it gets you to the 80% draft</a:t>
            </a:r>
          </a:p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in minutes instead of days. Always get legal review before signing.</a:t>
            </a:r>
          </a:p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800" b="1">
                <a:solidFill>
                  <a:srgbClr val="00D4F5"/>
                </a:solidFill>
                <a:latin typeface="Calibri"/>
              </a:defRPr>
            </a:pPr>
            <a:r>
              <a:t>💡 Power Move: Ask AI to simplify legal jargon into plain English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🎨 Use Case 3: Brand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Text description → Logo, colours, guidelines — uses ChatGPT for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1430000" cy="201168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6B35"/>
                </a:solidFill>
                <a:latin typeface="Calibri"/>
              </a:defRPr>
            </a:pPr>
            <a:r>
              <a:t>The Scenario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"Aether" — AI-powered air quality monitoring for smart cities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Need: logo, colour palette, typography, brand guidelines, business card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Brand personality: "calm technology" — clean, scientific, trustworthy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Visual inspiration: Stripe, Linear, Notion, Headspace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749039"/>
            <a:ext cx="5303520" cy="2834640"/>
          </a:xfrm>
          <a:prstGeom prst="rect">
            <a:avLst/>
          </a:prstGeom>
          <a:solidFill>
            <a:srgbClr val="2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44FF44"/>
                </a:solidFill>
                <a:latin typeface="Calibri"/>
              </a:defRPr>
            </a:pPr>
            <a:r>
              <a:t>🟢 ChatGPT (GPT Image)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1. Generate initial logo (icon + wordmark)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2. Refine → minimal icon mark only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3. Business card mockup</a:t>
            </a:r>
          </a:p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500" b="1">
                <a:solidFill>
                  <a:srgbClr val="44FF44"/>
                </a:solidFill>
                <a:latin typeface="Calibri"/>
              </a:defRPr>
            </a:pPr>
            <a:r>
              <a:t>Image gen available on ChatGPT free tier!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3749039"/>
            <a:ext cx="5760720" cy="2834640"/>
          </a:xfrm>
          <a:prstGeom prst="rect">
            <a:avLst/>
          </a:prstGeom>
          <a:solidFill>
            <a:srgbClr val="2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840480"/>
            <a:ext cx="5394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D4F5"/>
                </a:solidFill>
                <a:latin typeface="Calibri"/>
              </a:defRPr>
            </a:pPr>
            <a:r>
              <a:t>🟣 Claude (Text &amp; Structure)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4. Brand colour palette with hex codes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5. Typography recommendations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6. Full brand guidelines document</a:t>
            </a:r>
          </a:p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500" b="1">
                <a:solidFill>
                  <a:srgbClr val="00D4F5"/>
                </a:solidFill>
                <a:latin typeface="Calibri"/>
              </a:defRPr>
            </a:pPr>
            <a:r>
              <a:t>Use the best tool for each job!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🎨 UC3: The Prompts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00D4F5"/>
                </a:solidFill>
                <a:latin typeface="Consolas"/>
              </a:defRPr>
            </a:pPr>
            <a:r>
              <a:t>[ChatGPT — GPT Image]</a:t>
            </a:r>
            <a:br/>
            <a:br/>
            <a:r>
              <a:t>I'm building a brand identity for "Aether" — an AI-powered air quality</a:t>
            </a:r>
            <a:br/>
            <a:r>
              <a:t>monitoring platform for smart cities. Target: city councils, property</a:t>
            </a:r>
            <a:br/>
            <a:r>
              <a:t>developers, health-conscious urban professionals. Brand feel: clean,</a:t>
            </a:r>
            <a:br/>
            <a:r>
              <a:t>scientific, trustworthy, slightly futuristic — "calm technology."</a:t>
            </a:r>
            <a:br/>
            <a:br/>
            <a:r>
              <a:t>Generate a logo:</a:t>
            </a:r>
            <a:br/>
            <a:r>
              <a:t>- Modern logomark (icon + wordmark)</a:t>
            </a:r>
            <a:br/>
            <a:r>
              <a:t>- Icon: abstractly represents air/atmosphere — flowing lines, gradients,</a:t>
            </a:r>
            <a:br/>
            <a:r>
              <a:t>  or a stylised "A"</a:t>
            </a:r>
            <a:br/>
            <a:r>
              <a:t>- Colours: deep teal/navy primary, fresh green or sky blue accent</a:t>
            </a:r>
            <a:br/>
            <a:r>
              <a:t>- Clean sans-serif typeface for wordmark</a:t>
            </a:r>
            <a:br/>
            <a:r>
              <a:t>- Works on white AND dark backgrounds</a:t>
            </a:r>
            <a:br/>
            <a:r>
              <a:t>- Simple enough for favicon / app icon</a:t>
            </a:r>
            <a:br/>
            <a:br/>
            <a:r>
              <a:t>Style: minimal, geometric, professional. Not cartoonish.</a:t>
            </a:r>
            <a:br/>
            <a:r>
              <a:t>Think Stripe, Linear, or Notion's brand aesthetic.</a:t>
            </a:r>
            <a:br/>
            <a:br/>
            <a:r>
              <a:t>[Then iterate: "Strip it back to just a clean icon mark —</a:t>
            </a:r>
            <a:br/>
            <a:r>
              <a:t>no text. Geometric, 2-3 colours only. Like Airbnb's logo."]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🎨 UC3: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502920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6B35"/>
                </a:solidFill>
                <a:latin typeface="Calibri"/>
              </a:defRPr>
            </a:pPr>
            <a:r>
              <a:t>What Just Happened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Logo generated from text description in seconds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Refined through iteration (full logo → minimal icon)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Full brand system: colours, typography, guidelines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Business card mockup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2200" b="1">
                <a:solidFill>
                  <a:srgbClr val="00D4F5"/>
                </a:solidFill>
                <a:latin typeface="Calibri"/>
              </a:defRPr>
            </a:pPr>
            <a:r>
              <a:t>⏱ Time: ~4 minutes  vs  weeks with a design agency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2200" b="1">
                <a:solidFill>
                  <a:srgbClr val="FF6B35"/>
                </a:solidFill>
                <a:latin typeface="Calibri"/>
              </a:defRPr>
            </a:pPr>
            <a:r>
              <a:t>💡 Key Lesson: Use Different Tools for Different Strengths</a:t>
            </a:r>
          </a:p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• ChatGPT → image generation (GPT Image, free tier)</a:t>
            </a:r>
          </a:p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• Claude → text, structure, guidelines, documents</a:t>
            </a:r>
          </a:p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• Reference brands in your prompt to set creative direction</a:t>
            </a:r>
          </a:p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• Constrain the creative space → better 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🔍 Use Case 4: Market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From scratch → Sourced report with citations — uses Claude web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1430000" cy="201168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6B35"/>
                </a:solidFill>
                <a:latin typeface="Calibri"/>
              </a:defRPr>
            </a:pPr>
            <a:r>
              <a:t>The Scenario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Research the UK sustainable packaging market from scratch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No files, no data — just a prompt and AI with web access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Need: market size, drivers, competitors, trends, recommendations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All claims must be cited with clickable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749039"/>
            <a:ext cx="11430000" cy="2834640"/>
          </a:xfrm>
          <a:prstGeom prst="rect">
            <a:avLst/>
          </a:prstGeom>
          <a:solidFill>
            <a:srgbClr val="2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00D4F5"/>
                </a:solidFill>
                <a:latin typeface="Calibri"/>
              </a:defRPr>
            </a:pPr>
            <a:r>
              <a:t>The Iteration Chain</a:t>
            </a:r>
          </a:p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1️⃣  Full market report → 5 sections, sourced, board-ready tone</a:t>
            </a:r>
          </a:p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2️⃣  SWOT analysis → for a seaweed-based packaging startup</a:t>
            </a:r>
          </a:p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3️⃣  Competitive threat assessment → top 5 competitors, vulnerabilities</a:t>
            </a:r>
          </a:p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4️⃣  TAM / SAM / SOM → market sizing with assumptions</a:t>
            </a:r>
          </a:p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5️⃣  Executive summary → 250 words, investor-memo ready</a:t>
            </a:r>
          </a:p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600" b="1">
                <a:solidFill>
                  <a:srgbClr val="00D4F5"/>
                </a:solidFill>
                <a:latin typeface="Calibri"/>
              </a:defRPr>
            </a:pPr>
            <a:r>
              <a:t>Tool: Claude with web search — searches the internet, cites every claim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🔍 UC4: The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00D4F5"/>
                </a:solidFill>
                <a:latin typeface="Consolas"/>
              </a:defRPr>
            </a:pPr>
            <a:r>
              <a:t>Search the web and conduct a comprehensive market research analysis of the</a:t>
            </a:r>
            <a:br/>
            <a:r>
              <a:t>UK sustainable packaging industry as of 2026. Structured report covering:</a:t>
            </a:r>
            <a:br/>
            <a:br/>
            <a:r>
              <a:t>1. Market Overview: Current market size (£), CAGR, projected size by 2030.</a:t>
            </a:r>
            <a:br/>
            <a:r>
              <a:t>   Segments: biodegradable plastics, paper/cardboard, reusable systems,</a:t>
            </a:r>
            <a:br/>
            <a:r>
              <a:t>   edible/dissolvable packaging.</a:t>
            </a:r>
            <a:br/>
            <a:br/>
            <a:r>
              <a:t>2. Key Market Drivers: UK Plastic Packaging Tax, EPR regulations, consumer</a:t>
            </a:r>
            <a:br/>
            <a:r>
              <a:t>   demand shifts, retailer commitments (name companies), tech advances.</a:t>
            </a:r>
            <a:br/>
            <a:br/>
            <a:r>
              <a:t>3. Competitive Landscape: Top 10 companies (established + startups).</a:t>
            </a:r>
            <a:br/>
            <a:r>
              <a:t>   For each: focus area, revenue/funding, key differentiator.</a:t>
            </a:r>
            <a:br/>
            <a:br/>
            <a:r>
              <a:t>4. Challenges &amp; Barriers: Cost premiums, performance limitations,</a:t>
            </a:r>
            <a:br/>
            <a:r>
              <a:t>   supply chain constraints, greenwashing concerns.</a:t>
            </a:r>
            <a:br/>
            <a:br/>
            <a:r>
              <a:t>5. Key Trends 2026-2028: Emerging materials, AI/automation in packaging,</a:t>
            </a:r>
            <a:br/>
            <a:r>
              <a:t>   circular economy, D2C shifts.</a:t>
            </a:r>
            <a:br/>
            <a:br/>
            <a:r>
              <a:t>Cite all statistics with sources. Most recent data available.</a:t>
            </a:r>
            <a:br/>
            <a:r>
              <a:t>Professional tone suitable for board strategy presentation.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🔍 UC4: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502920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6B35"/>
                </a:solidFill>
                <a:latin typeface="Calibri"/>
              </a:defRPr>
            </a:pPr>
            <a:r>
              <a:t>What Just Happened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Full market research report with cited sources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Real data — clickable links you can verify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SWOT analysis for a specific new entrant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TAM/SAM/SOM with explicit assumptions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2200" b="1">
                <a:solidFill>
                  <a:srgbClr val="00D4F5"/>
                </a:solidFill>
                <a:latin typeface="Calibri"/>
              </a:defRPr>
            </a:pPr>
            <a:r>
              <a:t>⏱ Time: ~90 seconds  vs  weeks for a research team (£5-10K+)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2200" b="1">
                <a:solidFill>
                  <a:srgbClr val="FF6B35"/>
                </a:solidFill>
                <a:latin typeface="Calibri"/>
              </a:defRPr>
            </a:pPr>
            <a:r>
              <a:t>💡 The Game-Changer: AI + Web Search = Cited Research</a:t>
            </a:r>
          </a:p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• Not hallucinated — every claim has a clickable source</a:t>
            </a:r>
          </a:p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• Start broad, then drill down with follow-up prompts</a:t>
            </a:r>
          </a:p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• Gets you 70-80% of a McKinsey report in 90 seconds</a:t>
            </a:r>
          </a:p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• Your expertise fills the last 20%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🚀 Use Case 5: Investor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One paragraph → 12-slide pitch deck — uses Claude artifacts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1430000" cy="201168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6B35"/>
                </a:solidFill>
                <a:latin typeface="Calibri"/>
              </a:defRPr>
            </a:pPr>
            <a:r>
              <a:t>The Scenario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"Aether" — B2B SaaS, IoT + AI air quality monitoring for smart cities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Seed round: raising £4M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3 pilot cities, £1.2M pre-seed, team of 4 (ex-Dyson, DeepMind, Capita, Octopus)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Need: 12-slide deck with content, visuals, speaker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749039"/>
            <a:ext cx="11430000" cy="2834640"/>
          </a:xfrm>
          <a:prstGeom prst="rect">
            <a:avLst/>
          </a:prstGeom>
          <a:solidFill>
            <a:srgbClr val="2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00D4F5"/>
                </a:solidFill>
                <a:latin typeface="Calibri"/>
              </a:defRPr>
            </a:pPr>
            <a:r>
              <a:t>Slide Structure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1. Title  |  2. Problem  |  3. Solution  |  4. How It Works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5. Market Opportunity  |  6. Traction  |  7. Business Model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8. Competitive Landscape  |  9. Team  |  10. Go-to-Market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11. Financial Projections  |  12. The Ask (£4M)</a:t>
            </a:r>
          </a:p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600" b="1">
                <a:solidFill>
                  <a:srgbClr val="00D4F5"/>
                </a:solidFill>
                <a:latin typeface="Calibri"/>
              </a:defRPr>
            </a:pPr>
            <a:r>
              <a:t>Tool: Claude artifacts — creates styled, presentable slides directly</a:t>
            </a:r>
          </a:p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No copy-pasting into another app — present right from Claude!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🚀 UC5: The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00D4F5"/>
                </a:solidFill>
                <a:latin typeface="Consolas"/>
              </a:defRPr>
            </a:pPr>
            <a:r>
              <a:t>Create a 12-slide investor pitch deck as a presentation artifact for:</a:t>
            </a:r>
            <a:br/>
            <a:br/>
            <a:r>
              <a:t>Aether — B2B SaaS using low-cost IoT sensors + AI analytics for real-time,</a:t>
            </a:r>
            <a:br/>
            <a:r>
              <a:t>hyperlocal air quality monitoring. Customers: city councils, property</a:t>
            </a:r>
            <a:br/>
            <a:r>
              <a:t>developers, health services. 3 pilot cities, £1.2M pre-seed. Team: ex-Dyson</a:t>
            </a:r>
            <a:br/>
            <a:r>
              <a:t>engineering lead, ex-DeepMind ML researcher, ex-Capita smart cities PM,</a:t>
            </a:r>
            <a:br/>
            <a:r>
              <a:t>commercial lead from Octopus Energy. Raising £4M seed.</a:t>
            </a:r>
            <a:br/>
            <a:br/>
            <a:r>
              <a:t>Slides: Title → Problem (36K UK deaths/yr from air pollution) → Solution →</a:t>
            </a:r>
            <a:br/>
            <a:r>
              <a:t>How It Works (3 steps) → Market Opportunity → Traction (metrics) →</a:t>
            </a:r>
            <a:br/>
            <a:r>
              <a:t>Business Model (pricing tiers) → Competitive Landscape (2×2 matrix) →</a:t>
            </a:r>
            <a:br/>
            <a:r>
              <a:t>Team → Go-to-Market → Financial Projections (3-year) → The Ask (£4M)</a:t>
            </a:r>
            <a:br/>
            <a:br/>
            <a:r>
              <a:t>Each slide: bold headline + 2-4 bullets + visual suggestion.</a:t>
            </a:r>
            <a:br/>
            <a:r>
              <a:t>Dark navy/teal colour scheme. Confident investor-facing tone.</a:t>
            </a:r>
            <a:br/>
            <a:r>
              <a:t>Create as a presentation artifact with styled slides.</a:t>
            </a:r>
            <a:br/>
            <a:br/>
            <a:r>
              <a:t>[Then iterate: emotional Problem rewrite, detailed financials,</a:t>
            </a:r>
            <a:br/>
            <a:r>
              <a:t>competitive 2×2 matrix positioning]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🚀 UC5: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502920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6B35"/>
                </a:solidFill>
                <a:latin typeface="Calibri"/>
              </a:defRPr>
            </a:pPr>
            <a:r>
              <a:t>What Just Happened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Full 12-slide pitch deck from a single paragraph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Emotionally compelling problem framing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Structured financial projections with assumptions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Competitive positioning matrix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✅ Presentable artifact — no copy-paste needed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2200" b="1">
                <a:solidFill>
                  <a:srgbClr val="00D4F5"/>
                </a:solidFill>
                <a:latin typeface="Calibri"/>
              </a:defRPr>
            </a:pPr>
            <a:r>
              <a:t>⏱ Time: ~7 minutes  vs  days with a presentation designer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2200" b="1">
                <a:solidFill>
                  <a:srgbClr val="FF6B35"/>
                </a:solidFill>
                <a:latin typeface="Calibri"/>
              </a:defRPr>
            </a:pPr>
            <a:r>
              <a:t>💡 The Pattern: Structure Your Ask</a:t>
            </a:r>
          </a:p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• Specify every slide by number and purpose</a:t>
            </a:r>
          </a:p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• Give concrete data (£4M raise, 3 pilots, team backgrounds)</a:t>
            </a:r>
          </a:p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• Iterate: storytelling → financials → competitive positioning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We Learned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64008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6B35"/>
                </a:solidFill>
                <a:latin typeface="Calibri"/>
              </a:defRPr>
            </a:pPr>
            <a:r>
              <a:t>📊 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258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Messy spreadsheet → board-ready report in 45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65960"/>
            <a:ext cx="11430000" cy="640080"/>
          </a:xfrm>
          <a:prstGeom prst="rect">
            <a:avLst/>
          </a:prstGeom>
          <a:solidFill>
            <a:srgbClr val="2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7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6B35"/>
                </a:solidFill>
                <a:latin typeface="Calibri"/>
              </a:defRPr>
            </a:pPr>
            <a:r>
              <a:t>📝 Contract Drafting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1167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Brief → full legal agreement in 4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11430000" cy="64008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9747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6B35"/>
                </a:solidFill>
                <a:latin typeface="Calibri"/>
              </a:defRPr>
            </a:pPr>
            <a:r>
              <a:t>🎨 Brand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9747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Text description → logo + brand system in 4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37560"/>
            <a:ext cx="11430000" cy="640080"/>
          </a:xfrm>
          <a:prstGeom prst="rect">
            <a:avLst/>
          </a:prstGeom>
          <a:solidFill>
            <a:srgbClr val="2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8327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6B35"/>
                </a:solidFill>
                <a:latin typeface="Calibri"/>
              </a:defRPr>
            </a:pPr>
            <a:r>
              <a:t>🔍 Market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38327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From scratch → cited research report in 90 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11430000" cy="64008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6B35"/>
                </a:solidFill>
                <a:latin typeface="Calibri"/>
              </a:defRPr>
            </a:pPr>
            <a:r>
              <a:t>🚀 Pitch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0690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One paragraph → 12-slide deck in 7 minutes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20640"/>
            <a:ext cx="11430000" cy="1463040"/>
          </a:xfrm>
          <a:prstGeom prst="rect">
            <a:avLst/>
          </a:prstGeom>
          <a:solidFill>
            <a:srgbClr val="15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6B35"/>
                </a:solidFill>
                <a:latin typeface="Calibri"/>
              </a:defRPr>
            </a:pPr>
            <a:r>
              <a:t>The Big Takeaway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AI got us 70-80% of the way there in minutes. That last 20% is where YOUR</a:t>
            </a:r>
          </a:p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expertise, judgement, and human skills come in. AI is the accelerator. You're the driver.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CCCCCC"/>
                </a:solidFill>
                <a:latin typeface="Calibri"/>
              </a:defRPr>
            </a:pPr>
            <a:r>
              <a:t>Ask me anything — about the tools, the prompts, or how to apply this to your business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📚 Resources — Get Started Tonight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303520" cy="274320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F6B35"/>
                </a:solidFill>
                <a:latin typeface="Calibri"/>
              </a:defRPr>
            </a:pPr>
            <a:r>
              <a:t>🔧 Tools We Used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Claude → claude.ai (free / Pro £16/mo)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ChatGPT → chatgpt.com (free / Plus £16/mo)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Perplexity → perplexity.ai (free / Pro £16/mo)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Gemini → gemini.google.com (free / Advanced £16/mo)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5760720" cy="274320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F6B35"/>
                </a:solidFill>
                <a:latin typeface="Calibri"/>
              </a:defRPr>
            </a:pPr>
            <a:r>
              <a:t>🚀 Workflow &amp; Automation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Make.com → make.com (easiest start)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Zapier → zapier.com (most integrations)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Power Automate → built into M365</a:t>
            </a:r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n8n → n8n.io (open-source, self-hosted)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389120"/>
            <a:ext cx="11430000" cy="2194560"/>
          </a:xfrm>
          <a:prstGeom prst="rect">
            <a:avLst/>
          </a:prstGeom>
          <a:solidFill>
            <a:srgbClr val="2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6B35"/>
                </a:solidFill>
                <a:latin typeface="Calibri"/>
              </a:defRPr>
            </a:pPr>
            <a:r>
              <a:t>💡 My #1 Recommendation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Spend £16 on Claude Pro for one month. Use it for EVERYTHING — emails, analysis,</a:t>
            </a:r>
          </a:p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contracts, research. If after a month you don't think it's worth it, cancel.</a:t>
            </a:r>
          </a:p>
          <a:p>
            <a:pPr algn="l">
              <a:defRPr sz="1800" b="1">
                <a:solidFill>
                  <a:srgbClr val="00D4F5"/>
                </a:solidFill>
                <a:latin typeface="Calibri"/>
              </a:defRPr>
            </a:pPr>
            <a:r>
              <a:t>I've never met anyone who's cancelled.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Enriched Solutions  |  enrichedsolutions.co.uk  |  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